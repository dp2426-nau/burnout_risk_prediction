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Machine Learning for Burnout Risk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1F2937"/>
                </a:solidFill>
              </a:defRPr>
            </a:pPr>
            <a:r>
              <a:t>A Comprehensive Solution for Hybrid and Remote Teams</a:t>
            </a:r>
          </a:p>
          <a:p>
            <a:r>
              <a:t>ITC-586 Design Studio | Fall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Problem Statement &amp; Objectives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System Architecture &amp; Design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Machine Learning Approach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Implementation Highlights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Results &amp; Performance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Risk Management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Conclusions &amp; Recommendations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Reflection &amp; Lessons Learned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Burnout affects 23% of employees globally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Hybrid/remote work creates new challenges for monitoring well-being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Traditional detection methods are reactive, not proactive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Organizations lack real-time, data-driven burnout prediction tools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Need for early intervention to prevent critical burnout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1600">
                <a:solidFill>
                  <a:srgbClr val="1F2937"/>
                </a:solidFill>
              </a:defRPr>
            </a:pPr>
            <a:r>
              <a:t>Develop accurate ML prediction model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Integrate multiple data sources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Create user-friendly interface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Implement enterprise security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1600">
                <a:solidFill>
                  <a:srgbClr val="1F2937"/>
                </a:solidFill>
              </a:defRPr>
            </a:pPr>
            <a:r>
              <a:t>Achieve 80%+ test coverage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Support 1000+ concurrent users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Enable real-time predictions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Provide actionable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Microservices Architecture: Frontend, Backend, ML Service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Frontend: React + TypeScript (Port 5173)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Backend: Node.js + Express (Port 3001)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ML Service: Python + FastAPI (Port 8000)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Database: MongoDB (Port 27017)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Cache: Redis (Port 6379)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┌─────────────┐    ┌─────────────┐    ┌─────────────┐</a:t>
            </a:r>
          </a:p>
          <a:p>
            <a:r>
              <a:t>│  Frontend   │    │   Backend   │    │ ML Service  │</a:t>
            </a:r>
          </a:p>
          <a:p>
            <a:r>
              <a:t>│   React     │◄──►│  Node.js    │◄──►│   Python    │</a:t>
            </a:r>
          </a:p>
          <a:p>
            <a:r>
              <a:t>│  Port 5173  │    │  Port 3001  │    │  Port 8000  │</a:t>
            </a:r>
          </a:p>
          <a:p>
            <a:r>
              <a:t>└─────────────┘    └─────────────┘    └─────────────┘</a:t>
            </a:r>
          </a:p>
          <a:p>
            <a:r>
              <a:t>       │                  │                  │</a:t>
            </a:r>
          </a:p>
          <a:p>
            <a:r>
              <a:t>       │                  │                  │</a:t>
            </a:r>
          </a:p>
          <a:p>
            <a:r>
              <a:t>       ▼                  ▼                  ▼</a:t>
            </a:r>
          </a:p>
          <a:p>
            <a:r>
              <a:t>┌─────────────┐    ┌─────────────┐    ┌─────────────┐</a:t>
            </a:r>
          </a:p>
          <a:p>
            <a:r>
              <a:t>│             │    │   MongoDB   │    │    Redis     │</a:t>
            </a:r>
          </a:p>
          <a:p>
            <a:r>
              <a:t>│   (Proxy)   │    │   Database  │    │    Cache     │</a:t>
            </a:r>
          </a:p>
          <a:p>
            <a:r>
              <a:t>└─────────────┘    └─────────────┘    └─────────────┘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Machine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Ensemble Method: Combines multiple models for robust predictions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Baseline Models: Logistic Regression (96% accuracy)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Baseline Models: Random Forest (93% accuracy)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Advanced Models: BERT for text sentiment analysis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Advanced Models: LSTM for sequential pattern recognition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Risk Levels: Low, Medium, High, Critical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1600">
                <a:solidFill>
                  <a:srgbClr val="1F2937"/>
                </a:solidFill>
              </a:defRPr>
            </a:pPr>
            <a:r>
              <a:t>Calendar Events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Meeting frequency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After-hours work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Meeting duration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Email Communications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Sentiment analysis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Response times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Communication patterns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1600">
                <a:solidFill>
                  <a:srgbClr val="1F2937"/>
                </a:solidFill>
              </a:defRPr>
            </a:pPr>
            <a:r>
              <a:t>Survey Responses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Self-reported stress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Work-life balance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Job satisfaction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Behavioral Patterns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Work hours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Break patterns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Activity levels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Temporal Features: Work hours, meeting frequency, after-hours activity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Communication Features: Email volume, response time, sentiment scores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Behavioral Features: Work-life balance indicators, break patterns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Survey Features: Self-reported stress, satisfaction, support levels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Top Predictors: Work hours (0.68), After-hours meetings (0.62), Email sentiment (0.58)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Model Performance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Overall Accuracy: 87.3%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Macro F1-Score: 0.84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ROC-AUC: 0.89</a:t>
            </a:r>
          </a:p>
          <a:p>
            <a:pPr>
              <a:defRPr sz="1800">
                <a:solidFill>
                  <a:srgbClr val="1F2937"/>
                </a:solidFill>
              </a:defRPr>
            </a:pP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Per-Model Performance: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Logistic Regression: 96% accuracy, 0.96 F1-score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Random Forest: 93% accuracy, 0.93 F1-score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Ensemble: 87.3% accuracy, 0.84 F1-score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Backend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RESTful API with Express.js and TypeScript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JWT Authentication with refresh tokens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Role-Based Access Control (RBAC)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MongoDB integration with Mongoose ODM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Redis caching for performance optimization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Rate limiting and security headers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Comprehensive error handling and logging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Frontend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React 18 with TypeScript for type safety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Role-based dashboards (Employee, Manager, Admin)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Interactive data visualizations with Recharts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Responsive design for all devices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Real-time data updates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Intuitive user interface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Accessibility compliance (WCAG 2.1 AA)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ML Service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FastAPI for high-performance API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Automated training pipeline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Model versioning and persistence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EDA report generation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Real-time prediction inference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Feature engineering pipeline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Model evaluation and metrics tracking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1600">
                <a:solidFill>
                  <a:srgbClr val="1F2937"/>
                </a:solidFill>
              </a:defRPr>
            </a:pPr>
            <a:r>
              <a:t>ML Tests: 80%+ coverage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Unit tests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Model validation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Cross-validation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Backend Tests: 80%+ coverage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Unit tests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Integration tests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API endpoint tests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1600">
                <a:solidFill>
                  <a:srgbClr val="1F2937"/>
                </a:solidFill>
              </a:defRPr>
            </a:pPr>
            <a:r>
              <a:t>Frontend Tests: 80%+ coverage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Component tests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Integration tests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User flow tests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System Tests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Performance testing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Security testing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End-to-end testing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JWT Authentication with secure token management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Password hashing using bcrypt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Role-Based Access Control (RBAC)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Rate limiting on all API endpoints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Input validation and sanitization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CORS protection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Helmet.js security headers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Secrets management via environment variables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Risk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1600">
                <a:solidFill>
                  <a:srgbClr val="1F2937"/>
                </a:solidFill>
              </a:defRPr>
            </a:pPr>
            <a:r>
              <a:t>Technical Risks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Model accuracy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Data privacy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System scalability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Integration failures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Mitigation Strategies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Ensemble methods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Encryption &amp; access controls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Caching &amp; optimization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1600">
                <a:solidFill>
                  <a:srgbClr val="1F2937"/>
                </a:solidFill>
              </a:defRPr>
            </a:pPr>
            <a:r>
              <a:t>Operational Risks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User adoption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Data quality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Security Risks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Unauthorized access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Data exposure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Monitoring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Health checks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Security logging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Performance metrics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Key Results &amp;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0B981"/>
                </a:solidFill>
              </a:defRPr>
            </a:pPr>
            <a:r>
              <a:t>✓ 87.3% prediction accuracy achieved</a:t>
            </a:r>
          </a:p>
          <a:p>
            <a:pPr>
              <a:defRPr sz="2000">
                <a:solidFill>
                  <a:srgbClr val="10B981"/>
                </a:solidFill>
              </a:defRPr>
            </a:pPr>
            <a:r>
              <a:t>✓ 80%+ test coverage across all components</a:t>
            </a:r>
          </a:p>
          <a:p>
            <a:pPr>
              <a:defRPr sz="2000">
                <a:solidFill>
                  <a:srgbClr val="10B981"/>
                </a:solidFill>
              </a:defRPr>
            </a:pPr>
            <a:r>
              <a:t>✓ Production-ready security implementation</a:t>
            </a:r>
          </a:p>
          <a:p>
            <a:pPr>
              <a:defRPr sz="2000">
                <a:solidFill>
                  <a:srgbClr val="10B981"/>
                </a:solidFill>
              </a:defRPr>
            </a:pPr>
            <a:r>
              <a:t>✓ Scalable architecture supporting 1000+ users</a:t>
            </a:r>
          </a:p>
          <a:p>
            <a:pPr>
              <a:defRPr sz="2000">
                <a:solidFill>
                  <a:srgbClr val="10B981"/>
                </a:solidFill>
              </a:defRPr>
            </a:pPr>
            <a:r>
              <a:t>✓ Real-time prediction capability (&lt; 500ms)</a:t>
            </a:r>
          </a:p>
          <a:p>
            <a:pPr>
              <a:defRPr sz="2000">
                <a:solidFill>
                  <a:srgbClr val="10B981"/>
                </a:solidFill>
              </a:defRPr>
            </a:pPr>
            <a:r>
              <a:t>✓ Comprehensive documentation and testing</a:t>
            </a:r>
          </a:p>
          <a:p>
            <a:pPr>
              <a:defRPr sz="2000">
                <a:solidFill>
                  <a:srgbClr val="10B981"/>
                </a:solidFill>
              </a:defRPr>
            </a:pPr>
            <a:r>
              <a:t>✓ User-friendly interface with role-based access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Successfully developed comprehensive ML system for burnout prediction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Ensemble model achieved 87.3% accuracy with robust performance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Production-ready system with enterprise-grade security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Effective integration of multiple data sources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User-centric design enables effective use by all stakeholders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Scalable architecture supports future expansion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System demonstrates readiness for organizational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Recommendations: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Phased rollout starting with pilot group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Comprehensive user training for all roles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Continuous monitoring and performance tracking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Regular model retraining (quarterly recommended)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Clear privacy and ethics communication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Establish feedback mechanisms for continuous improvement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Recommendations: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Integrate biometric data (sleep, activity levels)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Add collaboration tool metrics (Slack, Teams)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Develop automated intervention recommendations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Implement longitudinal trend analysis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Add explainable AI features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Develop native mobile applications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1600">
                <a:solidFill>
                  <a:srgbClr val="1F2937"/>
                </a:solidFill>
              </a:defRPr>
            </a:pPr>
            <a:r>
              <a:t>Start simple, iterate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Testing is critical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Documentation matters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Security first approach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User feedback is valuable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1600">
                <a:solidFill>
                  <a:srgbClr val="1F2937"/>
                </a:solidFill>
              </a:defRPr>
            </a:pPr>
            <a:r>
              <a:t>Performance considerations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Team communication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Flexibility is essential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Continuous learning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Quality over speed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Challenge: Model overfitting → Solution: Cross-validation and ensemble methods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Challenge: API performance → Solution: Redis caching and optimization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Challenge: Data quality → Solution: Validation pipelines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Challenge: Security concerns → Solution: Security reviews and best practices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Challenge: Integration complexity → Solution: Clear APIs and documentation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Team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Strong collaboration and effective division of labor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Clear role definition enabled focused contributions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Regular communication kept team aligned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Quality focus maintained throughout development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Adaptability to challenges and changing requirements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Collective commitment to delivering high-quality work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Impact &amp;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Early detection enables proactive intervention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Reduces burnout-related costs (turnover, productivity loss)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Improves employee well-being and job satisfaction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Provides data-driven insights for management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Supports evidence-based HR decision-making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Scalable solution for organizations of all sizes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Pilot deployment with selected team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Gather user feedback and iterate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Expand data source integrations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Enhance model explainability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Develop intervention recommendation engine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Scale to full organizational deployment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1F2937"/>
                </a:solidFill>
              </a:defRPr>
            </a:pPr>
            <a:r>
              <a:t>Questions &amp; Discussion</a:t>
            </a:r>
          </a:p>
          <a:p/>
          <a:p>
            <a:r>
              <a:t>Machine Learning for Burnout Risk Prediction</a:t>
            </a:r>
          </a:p>
          <a:p>
            <a:r>
              <a:t>ITC-586 Design Studio | Fall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